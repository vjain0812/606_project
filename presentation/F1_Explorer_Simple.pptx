
<file path=[Content_Types].xml><?xml version="1.0" encoding="utf-8"?>
<Types xmlns="http://schemas.openxmlformats.org/package/2006/content-types">
  <Default Extension="m4a" ContentType="audi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00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15067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2.m4a"/><Relationship Id="rId1" Type="http://schemas.microsoft.com/office/2007/relationships/media" Target="../media/media2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3.m4a"/><Relationship Id="rId1" Type="http://schemas.microsoft.com/office/2007/relationships/media" Target="../media/media3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4.m4a"/><Relationship Id="rId1" Type="http://schemas.microsoft.com/office/2007/relationships/media" Target="../media/media4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5.m4a"/><Relationship Id="rId1" Type="http://schemas.microsoft.com/office/2007/relationships/media" Target="../media/media5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6.m4a"/><Relationship Id="rId1" Type="http://schemas.microsoft.com/office/2007/relationships/media" Target="../media/media6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28016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Race Weekend Explorer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3200400" y="2423160"/>
            <a:ext cx="2743200" cy="3657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14400" y="26060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web app that lets you explore Formula 1 race data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you'd browse files on your computer.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4389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Project  ·  Python + Flask  ·  Real F1 Data</a:t>
            </a:r>
            <a:endParaRPr lang="en-US" sz="1200" dirty="0"/>
          </a:p>
        </p:txBody>
      </p:sp>
      <p:pic>
        <p:nvPicPr>
          <p:cNvPr id="29" name="Audio 28">
            <a:hlinkClick r:id="" action="ppaction://media"/>
            <a:extLst>
              <a:ext uri="{FF2B5EF4-FFF2-40B4-BE49-F238E27FC236}">
                <a16:creationId xmlns:a16="http://schemas.microsoft.com/office/drawing/2014/main" id="{17779DFA-62A4-D98D-0993-E07A467B7DD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-139844" t="-139844" r="-139844" b="-139844"/>
          <a:stretch>
            <a:fillRect/>
          </a:stretch>
        </p:blipFill>
        <p:spPr>
          <a:xfrm>
            <a:off x="7539228" y="3538728"/>
            <a:ext cx="1543050" cy="154305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5133"/>
    </mc:Choice>
    <mc:Fallback>
      <p:transition spd="slow" advTm="35133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9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Idea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8046720" cy="27432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 1 races are organised in a natural "folder" structure: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1755648"/>
            <a:ext cx="146304" cy="146304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51560" y="164592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 Prix Weekend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197510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(e.g. British Grand Prix 2024)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463040" y="2414016"/>
            <a:ext cx="146304" cy="146304"/>
          </a:xfrm>
          <a:prstGeom prst="ellipse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691640" y="230428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691640" y="263347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(Practice, Qualifying, or Race)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103120" y="3072384"/>
            <a:ext cx="146304" cy="146304"/>
          </a:xfrm>
          <a:prstGeom prst="ellipse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331720" y="296265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331720" y="329184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(e.g. Driver #44)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43200" y="3730752"/>
            <a:ext cx="146304" cy="146304"/>
          </a:xfrm>
          <a:prstGeom prst="ellipse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971800" y="362102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971800" y="39502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(time, speed, sector splits)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434840"/>
            <a:ext cx="8046720" cy="457200"/>
          </a:xfrm>
          <a:prstGeom prst="rect">
            <a:avLst/>
          </a:prstGeom>
          <a:solidFill>
            <a:srgbClr val="F7F7F7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85800" y="4453128"/>
            <a:ext cx="7772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app stores all of that data in a tree structure — just like a folder tree on your computer — and lets you click through it in a web browser.</a:t>
            </a:r>
            <a:endParaRPr lang="en-US" sz="1200" dirty="0"/>
          </a:p>
        </p:txBody>
      </p:sp>
      <p:pic>
        <p:nvPicPr>
          <p:cNvPr id="23" name="Audio 22">
            <a:hlinkClick r:id="" action="ppaction://media"/>
            <a:extLst>
              <a:ext uri="{FF2B5EF4-FFF2-40B4-BE49-F238E27FC236}">
                <a16:creationId xmlns:a16="http://schemas.microsoft.com/office/drawing/2014/main" id="{C86CB015-8B1F-031F-EC60-70B17796D88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-139844" t="-139844" r="-139844" b="-139844"/>
          <a:stretch>
            <a:fillRect/>
          </a:stretch>
        </p:blipFill>
        <p:spPr>
          <a:xfrm>
            <a:off x="7539228" y="3538728"/>
            <a:ext cx="1543050" cy="154305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9295"/>
    </mc:Choice>
    <mc:Fallback>
      <p:transition spd="slow" advTm="7929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3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Data Come From?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8046720" cy="27432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11480" y="1097280"/>
            <a:ext cx="2651760" cy="3566160"/>
          </a:xfrm>
          <a:prstGeom prst="rect">
            <a:avLst/>
          </a:prstGeom>
          <a:solidFill>
            <a:srgbClr val="F7F7F7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417320" y="1234440"/>
            <a:ext cx="640080" cy="64008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417320" y="1234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 Public API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60604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connects to OpenF1.org — a website that provides real Formula 1 race data for free. Think of it like asking a database a question and getting an answer back.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1097280"/>
            <a:ext cx="2651760" cy="3566160"/>
          </a:xfrm>
          <a:prstGeom prst="rect">
            <a:avLst/>
          </a:prstGeom>
          <a:solidFill>
            <a:srgbClr val="F7F7F7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251960" y="1234440"/>
            <a:ext cx="640080" cy="64008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251960" y="1234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383280" y="20116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30,000 Lap Records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83280" y="260604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pulls data from the full 2023 and 2024 F1 seasons — every lap, from every driver, in every session. That's a lot of data to organise.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80760" y="1097280"/>
            <a:ext cx="2651760" cy="3566160"/>
          </a:xfrm>
          <a:prstGeom prst="rect">
            <a:avLst/>
          </a:prstGeom>
          <a:solidFill>
            <a:srgbClr val="F7F7F7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086600" y="1234440"/>
            <a:ext cx="640080" cy="64008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086600" y="1234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217920" y="20116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Locally for Speed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217920" y="260604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first download, the app saves everything to files on disk. So the next time you open it, it loads instantly instead of re-downloading everything.</a:t>
            </a:r>
            <a:endParaRPr lang="en-US" sz="1200" dirty="0"/>
          </a:p>
        </p:txBody>
      </p:sp>
      <p:pic>
        <p:nvPicPr>
          <p:cNvPr id="24" name="Audio 23">
            <a:hlinkClick r:id="" action="ppaction://media"/>
            <a:extLst>
              <a:ext uri="{FF2B5EF4-FFF2-40B4-BE49-F238E27FC236}">
                <a16:creationId xmlns:a16="http://schemas.microsoft.com/office/drawing/2014/main" id="{198B95D6-20E3-ED5F-A31D-E120B8E8D2A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-139844" t="-139844" r="-139844" b="-139844"/>
          <a:stretch>
            <a:fillRect/>
          </a:stretch>
        </p:blipFill>
        <p:spPr>
          <a:xfrm>
            <a:off x="7539228" y="3538728"/>
            <a:ext cx="1543050" cy="154305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40426"/>
    </mc:Choice>
    <mc:Fallback>
      <p:transition spd="slow" advTm="40426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4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You Use 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8046720" cy="27432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open the app in your web browser and click through the data, one level at a time: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457200" cy="45720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88720" y="158191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Grand Prix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88720" y="185623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see a list of every race weekend from 2023–2024. Click one.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808" y="2075688"/>
            <a:ext cx="0" cy="237744"/>
          </a:xfrm>
          <a:prstGeom prst="line">
            <a:avLst/>
          </a:prstGeom>
          <a:noFill/>
          <a:ln w="190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48640" y="2404872"/>
            <a:ext cx="457200" cy="45720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2404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88720" y="238658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Session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188720" y="2660904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Practice sessions, Qualifying, and the Race. Click one.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49808" y="2880360"/>
            <a:ext cx="0" cy="237744"/>
          </a:xfrm>
          <a:prstGeom prst="line">
            <a:avLst/>
          </a:prstGeom>
          <a:noFill/>
          <a:ln w="190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48640" y="3209544"/>
            <a:ext cx="457200" cy="45720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48640" y="3209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88720" y="319125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Driver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88720" y="3465576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all drivers who took part, ranked by their fastest lap time.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49808" y="3685032"/>
            <a:ext cx="0" cy="237744"/>
          </a:xfrm>
          <a:prstGeom prst="line">
            <a:avLst/>
          </a:prstGeom>
          <a:noFill/>
          <a:ln w="190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48640" y="4014216"/>
            <a:ext cx="457200" cy="45720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48640" y="40142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88720" y="39959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Laps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188720" y="4270248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every single lap that driver completed — time, speed, sector splits.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663440"/>
            <a:ext cx="8046720" cy="274320"/>
          </a:xfrm>
          <a:prstGeom prst="rect">
            <a:avLst/>
          </a:prstGeom>
          <a:solidFill>
            <a:srgbClr val="F7F7F7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85800" y="467258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also a Search page to find any race by name, and a Stats page showing totals.</a:t>
            </a:r>
            <a:endParaRPr lang="en-US" sz="1100" dirty="0"/>
          </a:p>
        </p:txBody>
      </p:sp>
      <p:pic>
        <p:nvPicPr>
          <p:cNvPr id="31" name="Audio 30">
            <a:hlinkClick r:id="" action="ppaction://media"/>
            <a:extLst>
              <a:ext uri="{FF2B5EF4-FFF2-40B4-BE49-F238E27FC236}">
                <a16:creationId xmlns:a16="http://schemas.microsoft.com/office/drawing/2014/main" id="{823F1C1C-C8A4-DFB7-C5CA-4F813B514F1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-139844" t="-139844" r="-139844" b="-139844"/>
          <a:stretch>
            <a:fillRect/>
          </a:stretch>
        </p:blipFill>
        <p:spPr>
          <a:xfrm>
            <a:off x="7539228" y="3538728"/>
            <a:ext cx="1543050" cy="154305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1159"/>
    </mc:Choice>
    <mc:Fallback>
      <p:transition spd="slow" advTm="3115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1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It Interesting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8046720" cy="27432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1115568"/>
          </a:xfrm>
          <a:prstGeom prst="rect">
            <a:avLst/>
          </a:prstGeom>
          <a:solidFill>
            <a:srgbClr val="F7F7F7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64008" cy="11155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" y="118872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isn't perfect — and that's the point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1527048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F1 data has gaps. Some laps don't have recorded times (pit stops, safety cars). The app handles all of that gracefully — showing what it has and noting what's missing, instead of crashing.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350008"/>
            <a:ext cx="8046720" cy="1115568"/>
          </a:xfrm>
          <a:prstGeom prst="rect">
            <a:avLst/>
          </a:prstGeom>
          <a:solidFill>
            <a:srgbClr val="F7F7F7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48640" y="2350008"/>
            <a:ext cx="64008" cy="11155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77240" y="244144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anything is instant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779776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with 30,000+ lap records, clicking on any driver or session loads immediately. That's because the app keeps a lookup table in memory — like an index in the back of a book.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602736"/>
            <a:ext cx="8046720" cy="1115568"/>
          </a:xfrm>
          <a:prstGeom prst="rect">
            <a:avLst/>
          </a:prstGeom>
          <a:solidFill>
            <a:srgbClr val="F7F7F7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48640" y="3602736"/>
            <a:ext cx="64008" cy="11155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77240" y="3694176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structure mirrors real life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4032504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the data is organised in the app reflects how F1 weekends actually work — weekends contain sessions, sessions have drivers, drivers run laps. The code matches the real world.</a:t>
            </a:r>
            <a:endParaRPr lang="en-US" sz="1300" dirty="0"/>
          </a:p>
        </p:txBody>
      </p:sp>
      <p:pic>
        <p:nvPicPr>
          <p:cNvPr id="32" name="Audio 31">
            <a:hlinkClick r:id="" action="ppaction://media"/>
            <a:extLst>
              <a:ext uri="{FF2B5EF4-FFF2-40B4-BE49-F238E27FC236}">
                <a16:creationId xmlns:a16="http://schemas.microsoft.com/office/drawing/2014/main" id="{D52BA3A2-C151-3CA2-AABF-136E3A0432F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-139844" t="-139844" r="-139844" b="-139844"/>
          <a:stretch>
            <a:fillRect/>
          </a:stretch>
        </p:blipFill>
        <p:spPr>
          <a:xfrm>
            <a:off x="7539228" y="3538728"/>
            <a:ext cx="1543050" cy="154305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3921"/>
    </mc:Choice>
    <mc:Fallback>
      <p:transition spd="slow" advTm="6392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2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Summary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8046720" cy="27432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09728" cy="10972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22960" y="11430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web app that organises real Formula 1 race data into a clickable folder-like 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892808"/>
            <a:ext cx="109728" cy="10972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180136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Pulls data from a free public API — over 30,000 laps from the 2023 and 2024 seasons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395728"/>
            <a:ext cx="8046720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48640" y="2551176"/>
            <a:ext cx="109728" cy="10972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22960" y="2459736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like a file explorer: click a Grand Prix → Session → Driver → Laps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054096"/>
            <a:ext cx="8046720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48640" y="3209544"/>
            <a:ext cx="109728" cy="10972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22960" y="3118104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messy, real-world data — missing values, gaps, and edge cases — without breaking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712464"/>
            <a:ext cx="8046720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48640" y="3867912"/>
            <a:ext cx="109728" cy="10972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22960" y="3776472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to use: any data point can be found instantly, no matter how big the dataset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4480560"/>
            <a:ext cx="8046720" cy="5029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48640" y="448056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— happy to answer any questions!</a:t>
            </a:r>
            <a:endParaRPr lang="en-US" sz="1600" dirty="0"/>
          </a:p>
        </p:txBody>
      </p:sp>
      <p:pic>
        <p:nvPicPr>
          <p:cNvPr id="22" name="Audio 21">
            <a:hlinkClick r:id="" action="ppaction://media"/>
            <a:extLst>
              <a:ext uri="{FF2B5EF4-FFF2-40B4-BE49-F238E27FC236}">
                <a16:creationId xmlns:a16="http://schemas.microsoft.com/office/drawing/2014/main" id="{500454B7-4BF8-93A0-205D-9F99F4B4174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-139844" t="-139844" r="-139844" b="-139844"/>
          <a:stretch>
            <a:fillRect/>
          </a:stretch>
        </p:blipFill>
        <p:spPr>
          <a:xfrm>
            <a:off x="7539228" y="3538728"/>
            <a:ext cx="1543050" cy="154305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625"/>
    </mc:Choice>
    <mc:Fallback>
      <p:transition spd="slow" advTm="1162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593</Words>
  <Application>Microsoft Office PowerPoint</Application>
  <PresentationFormat>On-screen Show (16:9)</PresentationFormat>
  <Paragraphs>60</Paragraphs>
  <Slides>6</Slides>
  <Notes>6</Notes>
  <HiddenSlides>0</HiddenSlides>
  <MMClips>6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F1 Race Weekend Explorer</dc:title>
  <dc:subject>PptxGenJS Presentation</dc:subject>
  <dc:creator>PptxGenJS</dc:creator>
  <cp:lastModifiedBy>Vansh Jain</cp:lastModifiedBy>
  <cp:revision>2</cp:revision>
  <dcterms:created xsi:type="dcterms:W3CDTF">2026-03-26T21:59:31Z</dcterms:created>
  <dcterms:modified xsi:type="dcterms:W3CDTF">2026-03-26T22:20:01Z</dcterms:modified>
</cp:coreProperties>
</file>