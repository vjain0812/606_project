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Race Weekend Explorer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06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lets you explore Formula 1 race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you'd browse files on your computer.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Project  ·  Python + Flask  ·  Real F1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races are organised in a natural "folder" structure: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45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Prix Weekend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75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British Grand Prix 2024)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2414016"/>
            <a:ext cx="146304" cy="14630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633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(Practice, Qualifying, or Race)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3072384"/>
            <a:ext cx="146304" cy="14630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962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31720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Driver #44)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730752"/>
            <a:ext cx="146304" cy="14630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6210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71800" y="3950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(time, speed, sector splits)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531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stores all of that data in a tree structure — just like a folder tree on your computer — and lets you click through it in a web browser.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Come From?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265176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23444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Public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connects to OpenF1.org — a website that provides real Formula 1 race data for free. Think of it like asking a database a question and getting an answer back.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23444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30,000 Lap Records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pulls data from the full 2023 and 2024 F1 seasons — every lap, from every driver, in every session. That's a lot of data to organise.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5176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123444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Locally for Speed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download, the app saves everything to files on disk. So the next time you open it, it loads instantly instead of re-downloading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Use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the app in your web browser and click through the data, one level at a time: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Grand Prix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8562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a list of every race weekend from 2023–2024. Click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2075688"/>
            <a:ext cx="0" cy="237744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86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Session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66090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Practice sessions, Qualifying, and the Race. Click 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2880360"/>
            <a:ext cx="0" cy="237744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91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Driver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46557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drivers who took part, ranked by their fastest lap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3685032"/>
            <a:ext cx="0" cy="237744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9959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Laps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every single lap that driver completed — time, speed, sector splits.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725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also a Search page to find any race by name, and a Stats page showing totals.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Interesting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11556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isn't perfect — and that's the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F1 data has gaps. Some laps don't have recorded times (pit stops, safety cars). The app handles all of that gracefully — showing what it has and noting what's missing, instead of crashing.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8046720" cy="111556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64008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41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anything is instant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30,000+ lap records, clicking on any driver or session loads immediately. That's because the app keeps a lookup table in memory — like an index in the back of a book.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8046720" cy="111556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02736"/>
            <a:ext cx="64008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9417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mirrors real life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the data is organised in the app reflects how F1 weekends actually work — weekends contain sessions, sessions have drivers, drivers run laps. The code matches the real world.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organises real Formula 1 race data into a clickable folder-like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92808"/>
            <a:ext cx="10972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01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data from a free public API — over 30,000 laps from the 2023 and 2024 seasons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51176"/>
            <a:ext cx="10972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5973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a file explorer: click a Grand Prix → Session → Driver → Laps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9544"/>
            <a:ext cx="10972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81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messy, real-world data — missing values, gaps, and edge cases — without breaking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76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use: any data point can be found instantly, no matter how big the dataset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answer any questions!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Race Weekend Explorer</dc:title>
  <dc:subject>PptxGenJS Presentation</dc:subject>
  <dc:creator>PptxGenJS</dc:creator>
  <cp:lastModifiedBy>PptxGenJS</cp:lastModifiedBy>
  <cp:revision>1</cp:revision>
  <dcterms:created xsi:type="dcterms:W3CDTF">2026-03-26T21:59:31Z</dcterms:created>
  <dcterms:modified xsi:type="dcterms:W3CDTF">2026-03-26T21:59:31Z</dcterms:modified>
</cp:coreProperties>
</file>